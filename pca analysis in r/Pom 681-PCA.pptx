
<file path=[Content_Types].xml><?xml version="1.0" encoding="utf-8"?>
<Types xmlns="http://schemas.openxmlformats.org/package/2006/content-types">
  <Default Extension="fntdata" ContentType="application/x-fontdata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Montserrat" pitchFamily="2" charset="77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1"/>
  </p:normalViewPr>
  <p:slideViewPr>
    <p:cSldViewPr snapToGrid="0">
      <p:cViewPr>
        <p:scale>
          <a:sx n="150" d="100"/>
          <a:sy n="150" d="100"/>
        </p:scale>
        <p:origin x="5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afed0e8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afed0e8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afed0e82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afed0e82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b20a066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b20a066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2591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latin typeface="Montserrat"/>
                <a:ea typeface="Montserrat"/>
                <a:cs typeface="Montserrat"/>
                <a:sym typeface="Montserrat"/>
              </a:rPr>
              <a:t>PCA Analysis For NCI60 Data</a:t>
            </a:r>
            <a:endParaRPr sz="48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By Adithya Prahasith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" name="Audio 22">
            <a:extLst>
              <a:ext uri="{FF2B5EF4-FFF2-40B4-BE49-F238E27FC236}">
                <a16:creationId xmlns:a16="http://schemas.microsoft.com/office/drawing/2014/main" id="{AAFC1734-2ECE-B04C-32D1-E4DEB795B0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40"/>
    </mc:Choice>
    <mc:Fallback>
      <p:transition spd="slow" advTm="91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32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Initial Overview &amp; PCA Insights 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574550"/>
            <a:ext cx="78024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6830 genes from 64 cancer cell lines. Cancer type is also recorded.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5325" y="1236650"/>
            <a:ext cx="4576276" cy="87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051825"/>
            <a:ext cx="4322849" cy="319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53500" y="2360075"/>
            <a:ext cx="4890500" cy="2783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606250" y="3455950"/>
            <a:ext cx="531600" cy="4617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961508" y="1331350"/>
            <a:ext cx="448500" cy="4617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25" name="Audio 24">
            <a:extLst>
              <a:ext uri="{FF2B5EF4-FFF2-40B4-BE49-F238E27FC236}">
                <a16:creationId xmlns:a16="http://schemas.microsoft.com/office/drawing/2014/main" id="{27FC5745-51C8-5105-4637-267C9713A1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8132"/>
    </mc:Choice>
    <mc:Fallback>
      <p:transition spd="slow" advTm="1381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86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Bi Plot- PC’s For Random Sample Genes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6974" y="659398"/>
            <a:ext cx="4487026" cy="337383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0" y="4161025"/>
            <a:ext cx="45720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PC1 -</a:t>
            </a:r>
            <a:r>
              <a:rPr lang="en" sz="1300" b="1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23%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of variance,  PC2-</a:t>
            </a:r>
            <a:r>
              <a:rPr lang="en" sz="1300" b="1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17.6%</a:t>
            </a:r>
            <a:endParaRPr sz="1300" b="1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 descr="A graph with black dots and numbers&#10;&#10;Description automatically generated">
            <a:extLst>
              <a:ext uri="{FF2B5EF4-FFF2-40B4-BE49-F238E27FC236}">
                <a16:creationId xmlns:a16="http://schemas.microsoft.com/office/drawing/2014/main" id="{258D83B5-1E4E-3C1D-00E4-937168192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659398"/>
            <a:ext cx="4692305" cy="3373833"/>
          </a:xfrm>
          <a:prstGeom prst="rect">
            <a:avLst/>
          </a:prstGeom>
        </p:spPr>
      </p:pic>
      <p:pic>
        <p:nvPicPr>
          <p:cNvPr id="8" name="Audio 7">
            <a:extLst>
              <a:ext uri="{FF2B5EF4-FFF2-40B4-BE49-F238E27FC236}">
                <a16:creationId xmlns:a16="http://schemas.microsoft.com/office/drawing/2014/main" id="{CFA519EF-BE66-8394-5009-CECDA5C039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126"/>
    </mc:Choice>
    <mc:Fallback>
      <p:transition spd="slow" advTm="841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86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Bi Plot - PC Components All 64 Genes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0" y="4161025"/>
            <a:ext cx="45720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PC1 -</a:t>
            </a:r>
            <a:r>
              <a:rPr lang="en" sz="1300" b="1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11%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of variance,  PC2-</a:t>
            </a:r>
            <a:r>
              <a:rPr lang="en" sz="1300" b="1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6.8%</a:t>
            </a:r>
            <a:endParaRPr sz="1300" b="1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742450"/>
            <a:ext cx="4948302" cy="34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2375" y="814850"/>
            <a:ext cx="4021624" cy="175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Audio 12">
            <a:extLst>
              <a:ext uri="{FF2B5EF4-FFF2-40B4-BE49-F238E27FC236}">
                <a16:creationId xmlns:a16="http://schemas.microsoft.com/office/drawing/2014/main" id="{7E75C651-B8BE-2AD7-0B0C-A52CB7C518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726"/>
    </mc:Choice>
    <mc:Fallback>
      <p:transition spd="slow" advTm="1067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Macintosh PowerPoint</Application>
  <PresentationFormat>On-screen Show (16:9)</PresentationFormat>
  <Paragraphs>8</Paragraphs>
  <Slides>4</Slides>
  <Notes>4</Notes>
  <HiddenSlides>0</HiddenSlides>
  <MMClips>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Montserrat</vt:lpstr>
      <vt:lpstr>Arial</vt:lpstr>
      <vt:lpstr>Simple Light</vt:lpstr>
      <vt:lpstr>PCA Analysis For NCI60 Data</vt:lpstr>
      <vt:lpstr>Initial Overview &amp; PCA Insights </vt:lpstr>
      <vt:lpstr>Bi Plot- PC’s For Random Sample Genes</vt:lpstr>
      <vt:lpstr>Bi Plot - PC Components All 64 Genes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AdithyaPrahasith Malladi</cp:lastModifiedBy>
  <cp:revision>1</cp:revision>
  <dcterms:modified xsi:type="dcterms:W3CDTF">2024-10-14T16:18:11Z</dcterms:modified>
</cp:coreProperties>
</file>